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LITERACY FOR INDIA'S 18–25s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61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9776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make you rich. We keep you rich.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94960" y="4892040"/>
            <a:ext cx="1371600" cy="0"/>
          </a:xfrm>
          <a:prstGeom prst="line">
            <a:avLst/>
          </a:prstGeom>
          <a:noFill/>
          <a:ln w="12700">
            <a:solidFill>
              <a:srgbClr val="2C2A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172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Pitch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access has outrun financial literacy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adults have basic financial literacy — despite near-universal digital payment adoption.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709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FINANCIAL LITERACY DATA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26480" y="196596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7" name="Image 0" descr="icons/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3881" y="21133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938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&amp; digital payments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03720" y="23134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daily, without a second thought — access is essentially solved.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33756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1" name="Image 1" descr="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81" y="3484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that money well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903720" y="36850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taught anywhere — at home, in school, or in most apps.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26480" y="5166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gap — not a lack of access — is where young Indians are getting quietly hurt.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young Indians trust is actually teaching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30%+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85800" y="28803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first-time young Indian investors admit to acting on unverified social media tips.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0" y="169164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6" name="Image 0" descr="icons/eyeof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Finfluencers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0" y="27432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Hype-driven, rarely sourced, and often quietly paid to promote.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169164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0" name="Image 1" descr="icons/eyeof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566" y="18342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advice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60920" y="27432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Well-meaning, but often built for a financial world of 20 years ago.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692640" y="1691640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4" name="Image 2" descr="icons/eyeoff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286" y="183428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2640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692640" y="27432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thorough, and largely unread by an 18-year-old on their phone.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Keep's edge isn't more content. It's being the source they can actually verify.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777240"/>
            <a:ext cx="822960" cy="82296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" name="Image 0" descr="icons/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7530" y="9912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828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18–25 year olds actually want isn't wealth.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never having to ask twice.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19456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9 in 10 young adults say financial independence matters more than getting rich. And post-pandemic, they prioritize safety — emergency funds, insurance — over chasing returns.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0" y="51206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is built around that real desire — independence and safety — not a generic promise to make you rich.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Discover: an infinite, connected scroll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4" name="Image 0" descr="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48079"/>
            <a:ext cx="241402" cy="2414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menu, no syllabus. One money myth quietly bridges into the next — the way credit cards, spending psychology, and loans actually connect in real life.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40080" y="42062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card doubles as its own hook — screenshot-worthy, shareable, and a natural acquisition loop.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852160" y="123444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72200" y="1691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₹20,000 SIP for 15 years shows ₹1 crore.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292608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72200" y="3063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72200" y="3383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“Minimum due” sounds like a suggestion.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852160" y="4617720"/>
            <a:ext cx="5669280" cy="1417320"/>
          </a:xfrm>
          <a:prstGeom prst="roundRect">
            <a:avLst>
              <a:gd name="adj" fmla="val 7742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72200" y="5074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₹500 on UPI doesn't feel like ₹500 in cash.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knowing to doing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alone never closes the intention-action gap. Keep is built to close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AFAF8"/>
          </a:solidFill>
          <a:ln w="12700">
            <a:solidFill>
              <a:srgbClr val="E5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317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slid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4981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calculators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not examples — SIP value, loan payoff, credit utilization, all personalized.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AFAF8"/>
          </a:solidFill>
          <a:ln w="12700">
            <a:solidFill>
              <a:srgbClr val="E5E4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2498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starter actions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6576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₹500 starter SIP or a one-tap checklist — the smallest possible first step, right after the insight lands.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AFAF8"/>
          </a:solidFill>
          <a:ln w="12700">
            <a:solidFill>
              <a:srgbClr val="E5E4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33172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icons/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181" y="24981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daily ritual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66760" y="365760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300-day arc with rotating hooks and a real streak — habit-building, not a content library.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largest generation is turning digital-first, right now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377M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85800" y="35204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in India — the largest generation the country has ever had.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6" name="Image 0" descr="icons/trend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8661" y="2178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2788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$860B → $2T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92240" y="34747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consumer spending in India today, projected to reach $2 trillion by 2035.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BCG × SNAP INC., “THE $2 TRILLION OPPORTUNITY”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grows with trust, not against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4" name="Image 0" descr="icons/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0071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50876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Earned referrals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Contextual, post-decision referrals — tax filing, loan comparison, demat accounts.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51960" y="2148840"/>
            <a:ext cx="365760" cy="0"/>
          </a:xfrm>
          <a:prstGeom prst="line">
            <a:avLst/>
          </a:prstGeom>
          <a:noFill/>
          <a:ln w="19050">
            <a:solidFill>
              <a:srgbClr val="E5E4DE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617720" y="1828800"/>
            <a:ext cx="685800" cy="6858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0" name="Image 1" descr="icons/un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0071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4864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tools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26974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content; paid personalization, saved scenarios, and AI-guided calculators.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65760" cy="0"/>
          </a:xfrm>
          <a:prstGeom prst="line">
            <a:avLst/>
          </a:prstGeom>
          <a:noFill/>
          <a:ln w="19050">
            <a:solidFill>
              <a:srgbClr val="E5E4DE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595360" y="1828800"/>
            <a:ext cx="685800" cy="6858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6" name="Image 2" descr="icons/briefc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68" y="20071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404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46404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licensing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95360" y="26974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White-labeled modules for employers, colleges, and banks with literacy mandates.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only monetizes trust that's already been earned — never the reverse.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lane, not a crowded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301752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8348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basics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1540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377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Finfluencers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1691640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1691640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15400" y="1691640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404872"/>
            <a:ext cx="2377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404872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2404872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2404872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15400" y="2404872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118104"/>
            <a:ext cx="2377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Basics-only apps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3118104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3118104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3118104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15400" y="3118104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375818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AF6E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31336"/>
            <a:ext cx="23774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017520" y="3831336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83480" y="3831336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9440" y="3831336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15400" y="3831336"/>
            <a:ext cx="19659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an idea — a working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4" name="Image 0" descr="icons/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174760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5819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modules, fully audited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417320" y="1984248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screen-by-screen content architecture — fact-checked, bias-tested, and rewritten for tone, accuracy, and regulatory care.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17920" y="160020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8" name="Image 1" descr="icons/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321" y="174760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5819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interactive prototypes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995160" y="1984248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calculators, native-app screen designs, and a functioning web demo — not mockups, real running code.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2" name="Image 2" descr="icons/repe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407932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9136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 content pipeline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1417320" y="4315968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generation and audit workflow that produces new, on-brand modules in hours, not weeks.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17920" y="3931920"/>
            <a:ext cx="566928" cy="566928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16" name="Image 3" descr="icons/compas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21" y="40793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95160" y="391363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defined brand and voice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995160" y="4315968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visual identity and tone, validated against real behavioral research on this exact audience.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RAISING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Pre-seed round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4231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amount to be finalized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36576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icons/slider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81" y="3824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MVP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280160" y="4800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audited content and prototypes into a live, shippable 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36576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0" name="Image 1" descr="icons/trendu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861" y="3824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first 50K users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63440" y="4800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ambassadors, targeted content distribution, and organic scroll-driven growth.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icons/briefcase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141" y="382402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team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046720" y="48006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engineering and content hires to sustain the module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A95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make you rich.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keep you rich.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394960" y="4160520"/>
            <a:ext cx="1371600" cy="0"/>
          </a:xfrm>
          <a:prstGeom prst="line">
            <a:avLst/>
          </a:prstGeom>
          <a:noFill/>
          <a:ln w="12700">
            <a:solidFill>
              <a:srgbClr val="2C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4348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financial literacy for a generation that's tired of being sold 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62636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founder name ]  ·  [ email ]  ·  keep.app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2026-07-24T09:04:08Z</dcterms:created>
  <dcterms:modified xsi:type="dcterms:W3CDTF">2026-07-24T09:04:09Z</dcterms:modified>
</cp:coreProperties>
</file>